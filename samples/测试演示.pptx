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A6DF4"/>
                </a:solidFill>
              </a:defRPr>
            </a:pPr>
            <a:r>
              <a:t>第 1 页 · 测试幻灯片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Slide → Image pipeline verification 中文渲染检查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10698480" cy="228600"/>
          </a:xfrm>
          <a:prstGeom prst="rect">
            <a:avLst/>
          </a:prstGeom>
          <a:solidFill>
            <a:srgbClr val="2A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2B76A"/>
                </a:solidFill>
              </a:defRPr>
            </a:pPr>
            <a:r>
              <a:t>第 2 页 · 测试幻灯片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Slide → Image pipeline verification 中文渲染检查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10698480" cy="2286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04438"/>
                </a:solidFill>
              </a:defRPr>
            </a:pPr>
            <a:r>
              <a:t>第 3 页 · 测试幻灯片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Slide → Image pipeline verification 中文渲染检查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10698480" cy="228600"/>
          </a:xfrm>
          <a:prstGeom prst="rect">
            <a:avLst/>
          </a:prstGeom>
          <a:solidFill>
            <a:srgbClr val="F0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79009"/>
                </a:solidFill>
              </a:defRPr>
            </a:pPr>
            <a:r>
              <a:t>第 4 页 · 测试幻灯片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Slide → Image pipeline verification 中文渲染检查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10698480" cy="228600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7C3AED"/>
                </a:solidFill>
              </a:defRPr>
            </a:pPr>
            <a:r>
              <a:t>第 5 页 · 测试幻灯片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Slide → Image pipeline verification 中文渲染检查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1069848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示例幻灯片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